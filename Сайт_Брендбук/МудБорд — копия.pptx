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085372-E90F-4104-862D-85523000B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F37BB6-94A5-4E4E-969F-E28778DAA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5B2468-5BA9-49DC-9F1D-702DEDF4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B05AD-FA47-48A4-93C0-127B8C5441B8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861C85-3A2B-4C32-BD8A-8C6434B0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00DEDA-6E6C-4559-9DE0-BB4940B73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027A-F708-434C-9E65-329F58897C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193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DB350-6E57-470F-B73E-97A70E4CA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1E2737-1B3D-4F6F-BD55-BC37CBA87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F9CEE9-91EE-482C-901A-CC957752A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B05AD-FA47-48A4-93C0-127B8C5441B8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6C3B40-10E2-4989-B7D0-4AF0E698F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5FD8D2-1D4E-44F8-93B1-15E32EFA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027A-F708-434C-9E65-329F58897C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982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D124E7-4207-4EB3-80F6-FA1B795F4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23027A-9C01-4D3B-9992-23BB433A5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2091F9-EFD0-4CDC-B532-73FDD4CA8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B05AD-FA47-48A4-93C0-127B8C5441B8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2BB505-D240-49D0-B2D9-085801486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09581E-659A-4767-9E71-65F0E6F6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027A-F708-434C-9E65-329F58897C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076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ACD55-EA53-45FD-B67E-3B60F6240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2F28A0-F4B6-4A84-A6A4-40C87B4CA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17F932-B91B-49E4-83D8-D14ED9088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E2FDC5-F8CA-49B9-AD27-FB079C896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B05AD-FA47-48A4-93C0-127B8C5441B8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C1A7D0-A910-4E44-B794-8852D287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BD17A4-128C-4C5F-BB24-62F126C0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027A-F708-434C-9E65-329F58897C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59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D8AE80-792C-42DA-BC60-EE8EF4906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860F9C-7556-4D7A-AEC7-0EA54D560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D29082-50A1-4903-AA05-BF15558A8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D605234-07E3-4915-8C38-D7DF8F3F33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76EF826-A326-489A-B62B-541A0F4B71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32D7895-3270-4C64-B736-470BF68FD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B05AD-FA47-48A4-93C0-127B8C5441B8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7758DF1-5BAF-42A1-A08A-A5D575D6E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7D22A87-AE3D-4853-A8D5-88922D928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027A-F708-434C-9E65-329F58897C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628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706845-BF4E-4BEA-8226-696C92F80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5E836C0-17BC-4939-A4B2-A7065FA7A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B05AD-FA47-48A4-93C0-127B8C5441B8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2CBD944-E748-4C96-80F8-43268ED74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4C49D7-3B06-441D-9357-3114F1057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027A-F708-434C-9E65-329F58897C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56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F8C62AF-F3A4-4AE9-A4E9-5CA4173EB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B05AD-FA47-48A4-93C0-127B8C5441B8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F10AFB0-8A03-4F89-81BA-BDABE30C4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7E2988-37D2-4328-86AE-1CBC6562E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027A-F708-434C-9E65-329F58897C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98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3EC3B-E464-4F4E-AE5B-9CC528AE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2BD937-0A84-425F-852D-FEF8F8A34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BD87B1-EED7-499F-91AC-ABC1DDD72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C5D68E-A635-41EC-BD94-130CCF24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B05AD-FA47-48A4-93C0-127B8C5441B8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4868A9-B815-41FE-BB83-56846155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02B17A-E0DA-4C9C-B895-25B4EF895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027A-F708-434C-9E65-329F58897C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59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4C7317-7772-42DF-9FA2-0235108B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319984-424A-422F-8F83-1D08D718C5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AA39D-38D9-4F03-B640-FB6B729E9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EEC65D-FB56-4CDC-9812-54F8CB470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B05AD-FA47-48A4-93C0-127B8C5441B8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FC7A31-E105-4109-931C-E3487B54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BD4AC0-F3E9-42F6-8C5C-729D80A3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027A-F708-434C-9E65-329F58897C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12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B6C23-6E7E-4EB6-8CF4-0168CDD3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76D2E7-2985-4FF9-82E7-A6AA7A2C9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27F04F-CBD0-4E7D-B661-F84889C6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B05AD-FA47-48A4-93C0-127B8C5441B8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039083-C897-445D-A75C-82EDA81BB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C7125C-67AD-4800-B3EB-ED9549D77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027A-F708-434C-9E65-329F58897C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051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057D6BB-DB2F-4A0C-9687-7F4C81181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D040DA-92CE-49CD-97BD-1899A5E50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9E67BD-5032-41C3-9121-ABFB8EC76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B05AD-FA47-48A4-93C0-127B8C5441B8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F35F30-4F3E-424C-B319-5B25614D6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6EEB11-8555-4A2D-B232-B4C487F16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027A-F708-434C-9E65-329F58897C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083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024D2D-0F4A-4EEA-A4BA-CF1D7F9DB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00D8E8-1EBA-468E-B9B0-1877B4A37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D71052-8725-4ED3-8A1B-512D9081C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B05AD-FA47-48A4-93C0-127B8C5441B8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0B5EAC-187C-49AC-84EA-960FEA5862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2B1AEE-4B16-4796-B5B2-EF33B12EE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5027A-F708-434C-9E65-329F58897C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4581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D5BD64-694D-4643-81ED-CF170DB40B42}"/>
              </a:ext>
            </a:extLst>
          </p:cNvPr>
          <p:cNvSpPr txBox="1"/>
          <p:nvPr/>
        </p:nvSpPr>
        <p:spPr>
          <a:xfrm>
            <a:off x="984738" y="323556"/>
            <a:ext cx="5711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Брендбук</a:t>
            </a:r>
          </a:p>
        </p:txBody>
      </p:sp>
      <p:pic>
        <p:nvPicPr>
          <p:cNvPr id="1028" name="Picture 4" descr="Изображение пина-истории">
            <a:extLst>
              <a:ext uri="{FF2B5EF4-FFF2-40B4-BE49-F238E27FC236}">
                <a16:creationId xmlns:a16="http://schemas.microsoft.com/office/drawing/2014/main" id="{81C96CD3-96D9-4091-A1B4-9DAC20C51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75" y="1031442"/>
            <a:ext cx="2868246" cy="5097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Пин содержит: нумерология эстетика, нумерология инстаграм, нумерология картинки, нумерология эстетика визуал, нумерология числа, нумерология по дате рождения, нумерология фон цифры, прогноз на год нумерология, ведическая нумерология">
            <a:extLst>
              <a:ext uri="{FF2B5EF4-FFF2-40B4-BE49-F238E27FC236}">
                <a16:creationId xmlns:a16="http://schemas.microsoft.com/office/drawing/2014/main" id="{CC919CC6-2F0E-45B9-B898-885638290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065" y="1031443"/>
            <a:ext cx="3606839" cy="5097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D808BAA3-FF6B-4B68-B6B0-610149AB5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948" y="1031442"/>
            <a:ext cx="2886242" cy="511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5179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4E47747-8C29-4A4E-B025-934638902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16" y="379828"/>
            <a:ext cx="3362283" cy="585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5862A0F-E1CF-4404-A28C-B1F905D11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695" y="379828"/>
            <a:ext cx="2928789" cy="585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B294443-1CCD-4E46-834F-8315EECBA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9380" y="379828"/>
            <a:ext cx="4641987" cy="585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319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27E7CD8E-B215-48BE-9A19-96660F3BF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704" y="1456006"/>
            <a:ext cx="3383280" cy="507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2A3E25-CD53-443B-821D-5F813C7E16FC}"/>
              </a:ext>
            </a:extLst>
          </p:cNvPr>
          <p:cNvSpPr txBox="1"/>
          <p:nvPr/>
        </p:nvSpPr>
        <p:spPr>
          <a:xfrm>
            <a:off x="460716" y="327074"/>
            <a:ext cx="117312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Референсы для фона (</a:t>
            </a:r>
            <a:r>
              <a:rPr lang="ru-RU" sz="2800" dirty="0"/>
              <a:t>его нужно в трех вариациях: 9*16, 16*9 и новый размер для постов в </a:t>
            </a:r>
            <a:r>
              <a:rPr lang="ru-RU" sz="2800" dirty="0" err="1"/>
              <a:t>Инсту</a:t>
            </a:r>
            <a:r>
              <a:rPr lang="ru-RU" sz="2800" dirty="0"/>
              <a:t>)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EA9D1F7B-B437-4013-9E0A-216E11115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228" y="1456006"/>
            <a:ext cx="3800317" cy="507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CDB28DC6-960D-4719-B006-002409B7C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019" y="1456006"/>
            <a:ext cx="2527496" cy="5054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806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2A26D43D-B54C-4BFF-BD71-9550D470F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44" y="608429"/>
            <a:ext cx="3402037" cy="510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C44EEA23-1ADA-4858-B38B-CA7BEA293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318" y="608429"/>
            <a:ext cx="3402038" cy="510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Изображение пина-истории">
            <a:extLst>
              <a:ext uri="{FF2B5EF4-FFF2-40B4-BE49-F238E27FC236}">
                <a16:creationId xmlns:a16="http://schemas.microsoft.com/office/drawing/2014/main" id="{02E5C91A-9B8B-486C-8618-E3C848A1A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393" y="608429"/>
            <a:ext cx="2871651" cy="5103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0255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22</Words>
  <Application>Microsoft Office PowerPoint</Application>
  <PresentationFormat>Широкоэкранный</PresentationFormat>
  <Paragraphs>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Роксолана Абдраимова</dc:creator>
  <cp:lastModifiedBy>Роксолана Абдраимова</cp:lastModifiedBy>
  <cp:revision>6</cp:revision>
  <dcterms:created xsi:type="dcterms:W3CDTF">2025-06-25T14:43:00Z</dcterms:created>
  <dcterms:modified xsi:type="dcterms:W3CDTF">2025-11-03T13:27:59Z</dcterms:modified>
</cp:coreProperties>
</file>